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47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10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5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90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18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0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86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4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6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961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897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80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3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333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004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62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8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Air Quality Index Analysis (10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Project: AQI Analysis Dashboard</a:t>
            </a:r>
          </a:p>
          <a:p>
            <a:r>
              <a:rPr dirty="0"/>
              <a:t>Tool: Power BI</a:t>
            </a:r>
            <a:r>
              <a:rPr lang="en-US" dirty="0"/>
              <a:t> </a:t>
            </a:r>
            <a:r>
              <a:rPr lang="en-US"/>
              <a:t>&amp; Excel</a:t>
            </a:r>
            <a:endParaRPr/>
          </a:p>
          <a:p>
            <a:r>
              <a:rPr dirty="0"/>
              <a:t>Duration: 10 Years</a:t>
            </a:r>
          </a:p>
          <a:p>
            <a:r>
              <a:rPr dirty="0"/>
              <a:t>Focus: Trends, Regions, Pollutants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Analyze long-term AQI trends</a:t>
            </a:r>
          </a:p>
          <a:p>
            <a:r>
              <a:rPr dirty="0"/>
              <a:t> Identify high-pollution states and cities</a:t>
            </a:r>
          </a:p>
          <a:p>
            <a:r>
              <a:rPr dirty="0"/>
              <a:t> Understand seasonal pollution patterns</a:t>
            </a:r>
          </a:p>
          <a:p>
            <a:r>
              <a:rPr dirty="0"/>
              <a:t> Identify key pollutants affecting AQI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10 years of AQI data</a:t>
            </a:r>
          </a:p>
          <a:p>
            <a:r>
              <a:rPr dirty="0"/>
              <a:t> Multiple states and cities</a:t>
            </a:r>
          </a:p>
          <a:p>
            <a:r>
              <a:rPr dirty="0"/>
              <a:t> Pollutant-level information</a:t>
            </a:r>
          </a:p>
          <a:p>
            <a:r>
              <a:rPr dirty="0"/>
              <a:t> Time-based analysis using year and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Long-Term AQI Trend –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AQI shows an overall increasing trend over 10 years</a:t>
            </a:r>
          </a:p>
          <a:p>
            <a:r>
              <a:rPr dirty="0"/>
              <a:t> Temporary improvements are not sustained</a:t>
            </a:r>
          </a:p>
          <a:p>
            <a:r>
              <a:rPr dirty="0"/>
              <a:t> Indicates long-term deterioration in air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State-wise AQI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Few states consistently record higher AQI</a:t>
            </a:r>
          </a:p>
          <a:p>
            <a:r>
              <a:rPr dirty="0"/>
              <a:t> These states contribute most to poor air quality</a:t>
            </a:r>
          </a:p>
          <a:p>
            <a:r>
              <a:rPr dirty="0"/>
              <a:t> Regional-focused control can have higher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City-wise AQI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Urban cities experience higher AQI levels</a:t>
            </a:r>
          </a:p>
          <a:p>
            <a:r>
              <a:rPr dirty="0"/>
              <a:t> Frequent AQI spikes observed in major cities</a:t>
            </a:r>
          </a:p>
          <a:p>
            <a:r>
              <a:rPr dirty="0"/>
              <a:t> Indicates higher health risk in urban areas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&amp; 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AQI peaks during specific months every year</a:t>
            </a:r>
          </a:p>
          <a:p>
            <a:r>
              <a:t>• Winter months show worst air quality</a:t>
            </a:r>
          </a:p>
          <a:p>
            <a:r>
              <a:t>• Seasonal pollution patterns are predictable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AQI Level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Majority AQI values fall under Moderate to Poor</a:t>
            </a:r>
          </a:p>
          <a:p>
            <a:r>
              <a:rPr dirty="0"/>
              <a:t> Good AQI days are limited</a:t>
            </a:r>
          </a:p>
          <a:p>
            <a:r>
              <a:rPr dirty="0"/>
              <a:t> Clean air is not consistently maintained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Pollutant Occurrence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Few pollutants occur most frequently</a:t>
            </a:r>
          </a:p>
          <a:p>
            <a:r>
              <a:rPr dirty="0"/>
              <a:t> These pollutants strongly influence AQI levels</a:t>
            </a:r>
          </a:p>
          <a:p>
            <a:r>
              <a:rPr dirty="0"/>
              <a:t> Targeting key pollutants can improve air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Air pollution is persistent and increasing</a:t>
            </a:r>
          </a:p>
          <a:p>
            <a:r>
              <a:rPr dirty="0"/>
              <a:t> Pollution is region and season specific</a:t>
            </a:r>
          </a:p>
          <a:p>
            <a:r>
              <a:rPr dirty="0"/>
              <a:t> Limited pollutants drive majority of AQI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AQI analysis reveals long-term environmental risk</a:t>
            </a:r>
          </a:p>
          <a:p>
            <a:r>
              <a:rPr dirty="0"/>
              <a:t> Data-driven insights help identify high-risk regions</a:t>
            </a:r>
          </a:p>
          <a:p>
            <a:r>
              <a:rPr dirty="0"/>
              <a:t> Power BI enables effective monitoring and decision-making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277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Air Quality Index Analysis (10 Years)</vt:lpstr>
      <vt:lpstr>Project Objective</vt:lpstr>
      <vt:lpstr>Data &amp; Scope</vt:lpstr>
      <vt:lpstr>Long-Term AQI Trend – Insights</vt:lpstr>
      <vt:lpstr>State-wise AQI Insights</vt:lpstr>
      <vt:lpstr>City-wise AQI Insights</vt:lpstr>
      <vt:lpstr>Seasonal &amp; Monthly Trends</vt:lpstr>
      <vt:lpstr>AQI Level Distribution</vt:lpstr>
      <vt:lpstr>Pollutant Occurrence Insights</vt:lpstr>
      <vt:lpstr>Key Takeaways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Yogesh Giri</cp:lastModifiedBy>
  <cp:revision>3</cp:revision>
  <dcterms:created xsi:type="dcterms:W3CDTF">2013-01-27T09:14:16Z</dcterms:created>
  <dcterms:modified xsi:type="dcterms:W3CDTF">2026-01-16T11:13:36Z</dcterms:modified>
  <cp:category/>
</cp:coreProperties>
</file>